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77" r:id="rId3"/>
    <p:sldId id="278" r:id="rId4"/>
    <p:sldId id="257" r:id="rId5"/>
    <p:sldId id="280" r:id="rId6"/>
    <p:sldId id="258" r:id="rId7"/>
    <p:sldId id="259" r:id="rId8"/>
    <p:sldId id="260" r:id="rId9"/>
    <p:sldId id="261" r:id="rId10"/>
    <p:sldId id="279" r:id="rId11"/>
    <p:sldId id="262" r:id="rId12"/>
    <p:sldId id="263" r:id="rId13"/>
    <p:sldId id="264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6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94628"/>
  </p:normalViewPr>
  <p:slideViewPr>
    <p:cSldViewPr snapToGrid="0" snapToObjects="1">
      <p:cViewPr varScale="1">
        <p:scale>
          <a:sx n="114" d="100"/>
          <a:sy n="114" d="100"/>
        </p:scale>
        <p:origin x="17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4E3524-515A-F541-B413-A3060C3020DA}" type="datetimeFigureOut">
              <a:rPr lang="en-US" smtClean="0"/>
              <a:t>3/17/25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D2FF31-C455-5C4B-BAA6-9430555F52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151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D2FF31-C455-5C4B-BAA6-9430555F524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1500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D2FF31-C455-5C4B-BAA6-9430555F524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5266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D2FF31-C455-5C4B-BAA6-9430555F524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4088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D2FF31-C455-5C4B-BAA6-9430555F524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321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How to Give a Great Scientific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Engage, Inform, and Impress Your Audience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Schedule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April </a:t>
            </a:r>
            <a:r>
              <a:rPr lang="en-US" dirty="0"/>
              <a:t>21st</a:t>
            </a:r>
            <a:r>
              <a:rPr dirty="0"/>
              <a:t>/April </a:t>
            </a:r>
            <a:r>
              <a:rPr lang="en-US" dirty="0"/>
              <a:t>28th</a:t>
            </a:r>
            <a:r>
              <a:rPr dirty="0"/>
              <a:t> – First Presentation Session</a:t>
            </a:r>
          </a:p>
          <a:p>
            <a:r>
              <a:rPr lang="en-US" dirty="0"/>
              <a:t>May</a:t>
            </a:r>
            <a:r>
              <a:rPr dirty="0"/>
              <a:t> </a:t>
            </a:r>
            <a:r>
              <a:rPr lang="en-US" dirty="0"/>
              <a:t>11th</a:t>
            </a:r>
            <a:r>
              <a:rPr dirty="0"/>
              <a:t> – Abstract Submission</a:t>
            </a:r>
          </a:p>
          <a:p>
            <a:r>
              <a:rPr dirty="0"/>
              <a:t>June </a:t>
            </a:r>
            <a:r>
              <a:rPr lang="en-US" dirty="0"/>
              <a:t>24th</a:t>
            </a:r>
            <a:r>
              <a:rPr dirty="0"/>
              <a:t> – Project Day (Second Presentation + Posters)</a:t>
            </a:r>
          </a:p>
          <a:p>
            <a:r>
              <a:rPr lang="en-US" dirty="0"/>
              <a:t>August</a:t>
            </a:r>
            <a:r>
              <a:rPr dirty="0"/>
              <a:t> </a:t>
            </a:r>
            <a:r>
              <a:rPr lang="en-US" dirty="0"/>
              <a:t>15th</a:t>
            </a:r>
            <a:r>
              <a:rPr dirty="0"/>
              <a:t> – Final Report Submission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Abstract Guidelines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Used by examiners on Project Day</a:t>
            </a:r>
          </a:p>
          <a:p>
            <a:r>
              <a:rPr dirty="0"/>
              <a:t>Clear format (see course website)</a:t>
            </a:r>
          </a:p>
          <a:p>
            <a:r>
              <a:rPr dirty="0"/>
              <a:t>12-line maximum (single paragraph)</a:t>
            </a:r>
          </a:p>
          <a:p>
            <a:r>
              <a:rPr dirty="0"/>
              <a:t>No references, figures, or tables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Why Good Presentations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 great presentation makes complex ideas understandable</a:t>
            </a:r>
          </a:p>
          <a:p>
            <a:r>
              <a:rPr dirty="0"/>
              <a:t>It helps you connect with your audience</a:t>
            </a:r>
          </a:p>
          <a:p>
            <a:r>
              <a:rPr dirty="0"/>
              <a:t>Poor slides can make even great research seem boring</a:t>
            </a:r>
          </a:p>
          <a:p>
            <a:r>
              <a:rPr dirty="0"/>
              <a:t>Your goal: Clarity, engagement, and impact!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Presenting is Nothing More Than Storytelling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Every great presentation follows a narrative arc</a:t>
            </a:r>
          </a:p>
          <a:p>
            <a:r>
              <a:rPr dirty="0"/>
              <a:t>Engage your audience with a clear beginning, middle, and end</a:t>
            </a:r>
          </a:p>
          <a:p>
            <a:r>
              <a:rPr dirty="0"/>
              <a:t>Use real-life examples to make your research relatable</a:t>
            </a:r>
          </a:p>
          <a:p>
            <a:r>
              <a:rPr dirty="0"/>
              <a:t>Your audience should feel like they are discovering something with you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Mistakes in Presentations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Too much text on slides</a:t>
            </a:r>
          </a:p>
          <a:p>
            <a:r>
              <a:rPr dirty="0"/>
              <a:t>Reading directly from the slides</a:t>
            </a:r>
          </a:p>
          <a:p>
            <a:r>
              <a:rPr dirty="0"/>
              <a:t>Overuse of animations and colors</a:t>
            </a:r>
          </a:p>
          <a:p>
            <a:r>
              <a:rPr dirty="0"/>
              <a:t>Lack of clear structure and transitions</a:t>
            </a:r>
          </a:p>
          <a:p>
            <a:r>
              <a:rPr dirty="0"/>
              <a:t>No interaction with the audience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 of a Great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1. Title Slide</a:t>
            </a:r>
          </a:p>
          <a:p>
            <a:pPr marL="0" indent="0">
              <a:buNone/>
            </a:pPr>
            <a:r>
              <a:rPr dirty="0"/>
              <a:t>2. Introduction (Why this topic matters)</a:t>
            </a:r>
          </a:p>
          <a:p>
            <a:pPr marL="0" indent="0">
              <a:buNone/>
            </a:pPr>
            <a:r>
              <a:rPr dirty="0"/>
              <a:t>3. Research Question &amp; Objectives</a:t>
            </a:r>
          </a:p>
          <a:p>
            <a:pPr marL="0" indent="0">
              <a:buNone/>
            </a:pPr>
            <a:r>
              <a:rPr dirty="0"/>
              <a:t>4. Methods &amp; Approach</a:t>
            </a:r>
          </a:p>
          <a:p>
            <a:pPr marL="0" indent="0">
              <a:buNone/>
            </a:pPr>
            <a:r>
              <a:rPr dirty="0"/>
              <a:t>5. Key Findings &amp; Results</a:t>
            </a:r>
          </a:p>
          <a:p>
            <a:pPr marL="0" indent="0">
              <a:buNone/>
            </a:pPr>
            <a:r>
              <a:rPr dirty="0"/>
              <a:t>6. Discussion &amp; Implications</a:t>
            </a:r>
          </a:p>
          <a:p>
            <a:pPr marL="0" indent="0">
              <a:buNone/>
            </a:pPr>
            <a:r>
              <a:rPr dirty="0"/>
              <a:t>7. Conclusion &amp; Next Steps</a:t>
            </a:r>
          </a:p>
          <a:p>
            <a:pPr marL="0" indent="0">
              <a:buNone/>
            </a:pPr>
            <a:r>
              <a:rPr dirty="0"/>
              <a:t>8. Q&amp;A Session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Bad Slide Example: Too Much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Scientific presentations should be clear and concise. However, if you put too much text on a slide, the audience will stop listening to you and start reading instead. You should avoid putting paragraphs of information on one slide.</a:t>
            </a:r>
            <a:r>
              <a:rPr lang="en-US" dirty="0"/>
              <a:t>  For example, this slide will quickly get the audience to check their phones because nobody can listen to someone talk and read a book at the same time. It gets even worse with equations.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Good Slide Example: Clean &amp; Focused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 bullet points instead of paragraphs</a:t>
            </a:r>
          </a:p>
          <a:p>
            <a:r>
              <a:rPr dirty="0"/>
              <a:t>Include a relevant image or diagram</a:t>
            </a:r>
          </a:p>
          <a:p>
            <a:r>
              <a:rPr dirty="0"/>
              <a:t>Keep key messages short and impactful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320588C-0354-D6CA-9663-2CB9460C9F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12004"/>
            <a:ext cx="7772400" cy="4233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1755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Visuals Effectively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Use charts and graphs instead of raw data tables</a:t>
            </a:r>
          </a:p>
          <a:p>
            <a:r>
              <a:rPr dirty="0"/>
              <a:t>Avoid pixelated or irrelevant images</a:t>
            </a:r>
          </a:p>
          <a:p>
            <a:r>
              <a:rPr dirty="0"/>
              <a:t>Keep colors consistent and professional</a:t>
            </a:r>
            <a:endParaRPr lang="en-US" dirty="0"/>
          </a:p>
          <a:p>
            <a:r>
              <a:rPr dirty="0"/>
              <a:t>Label all figures and make text readable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solidFill>
                  <a:schemeClr val="bg1">
                    <a:lumMod val="75000"/>
                  </a:schemeClr>
                </a:solidFill>
              </a:rPr>
              <a:t>Pause Here: Let the Audience Refocus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Handling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Listen carefully before responding</a:t>
            </a:r>
          </a:p>
          <a:p>
            <a:r>
              <a:rPr dirty="0"/>
              <a:t>Repeat the question if needed</a:t>
            </a:r>
          </a:p>
          <a:p>
            <a:r>
              <a:rPr dirty="0"/>
              <a:t>If you don’t know the answer, admit it and suggest how to find out</a:t>
            </a:r>
          </a:p>
          <a:p>
            <a:r>
              <a:rPr dirty="0"/>
              <a:t>Stay calm and confident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Transitions Effectively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Avoid excessive slide transitions (keep it simple)</a:t>
            </a:r>
          </a:p>
          <a:p>
            <a:r>
              <a:rPr dirty="0"/>
              <a:t>Use pauses to indicate topic changes</a:t>
            </a:r>
          </a:p>
          <a:p>
            <a:r>
              <a:rPr dirty="0"/>
              <a:t>Verbally signal when moving to a new idea</a:t>
            </a:r>
          </a:p>
          <a:p>
            <a:r>
              <a:rPr dirty="0"/>
              <a:t>Use blank slides to regain attention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End Strong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Summarize your main findings</a:t>
            </a:r>
          </a:p>
          <a:p>
            <a:r>
              <a:rPr dirty="0"/>
              <a:t>Reinforce why your research matters</a:t>
            </a:r>
          </a:p>
          <a:p>
            <a:r>
              <a:rPr dirty="0"/>
              <a:t>End with a thought-provoking statement or call to action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Good vs. Bad 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Avoid cluttered or confusing graphs</a:t>
            </a:r>
          </a:p>
          <a:p>
            <a:r>
              <a:rPr dirty="0"/>
              <a:t>Use appropriate axis labels and scales</a:t>
            </a:r>
          </a:p>
          <a:p>
            <a:r>
              <a:rPr dirty="0"/>
              <a:t>Highlight key data points with annotations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How to Keep Your Audience Engaged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Ask questions throughout your talk</a:t>
            </a:r>
          </a:p>
          <a:p>
            <a:r>
              <a:rPr dirty="0"/>
              <a:t>Use humor when appropriate</a:t>
            </a:r>
          </a:p>
          <a:p>
            <a:r>
              <a:rPr dirty="0"/>
              <a:t>Tell a short, relevant story to illustrate a point</a:t>
            </a:r>
          </a:p>
          <a:p>
            <a:r>
              <a:rPr dirty="0"/>
              <a:t>Make eye contact and avoid monotone speaking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Bad Example: Too Many Effects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Avoid unnecessary animations</a:t>
            </a:r>
          </a:p>
          <a:p>
            <a:r>
              <a:rPr dirty="0"/>
              <a:t>Don’t use distracting fonts or colors</a:t>
            </a:r>
          </a:p>
          <a:p>
            <a:r>
              <a:rPr dirty="0"/>
              <a:t>Keep your style professional and consistent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Good Example: Clean &amp; Professional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Stick to a simple, readable font</a:t>
            </a:r>
          </a:p>
          <a:p>
            <a:r>
              <a:rPr dirty="0"/>
              <a:t>Use a consistent color scheme</a:t>
            </a:r>
          </a:p>
          <a:p>
            <a:r>
              <a:rPr dirty="0"/>
              <a:t>Ensure slides are visually balanced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Overcoming Presentation Anxiety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Practice multiple times</a:t>
            </a:r>
          </a:p>
          <a:p>
            <a:r>
              <a:rPr dirty="0"/>
              <a:t>Record yourself and review performance</a:t>
            </a:r>
          </a:p>
          <a:p>
            <a:r>
              <a:rPr dirty="0"/>
              <a:t>Breathe deeply and pace yourself</a:t>
            </a:r>
          </a:p>
          <a:p>
            <a:r>
              <a:rPr dirty="0"/>
              <a:t>Focus on the message, not the fear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Common Questions You Might Be Asked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What are the limitations of your study?</a:t>
            </a:r>
          </a:p>
          <a:p>
            <a:r>
              <a:rPr dirty="0"/>
              <a:t>How does your research compare to previous work?</a:t>
            </a:r>
          </a:p>
          <a:p>
            <a:r>
              <a:rPr dirty="0"/>
              <a:t>What would you do differently in future studies?</a:t>
            </a:r>
          </a:p>
          <a:p>
            <a:r>
              <a:rPr dirty="0"/>
              <a:t>How can this research be applied in real life?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Any Final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642</Words>
  <Application>Microsoft Macintosh PowerPoint</Application>
  <PresentationFormat>On-screen Show (4:3)</PresentationFormat>
  <Paragraphs>95</Paragraphs>
  <Slides>22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Arial</vt:lpstr>
      <vt:lpstr>Calibri</vt:lpstr>
      <vt:lpstr>Office Theme</vt:lpstr>
      <vt:lpstr>How to Give a Great Scientific Presentation</vt:lpstr>
      <vt:lpstr>Schedule</vt:lpstr>
      <vt:lpstr>Abstract Guidelines</vt:lpstr>
      <vt:lpstr>Why Good Presentations Matter</vt:lpstr>
      <vt:lpstr>Presenting is Nothing More Than Storytelling</vt:lpstr>
      <vt:lpstr>Common Mistakes in Presentations</vt:lpstr>
      <vt:lpstr>Structure of a Great Presentation</vt:lpstr>
      <vt:lpstr>Bad Slide Example: Too Much Text</vt:lpstr>
      <vt:lpstr>Good Slide Example: Clean &amp; Focused</vt:lpstr>
      <vt:lpstr>PowerPoint Presentation</vt:lpstr>
      <vt:lpstr>Using Visuals Effectively</vt:lpstr>
      <vt:lpstr>Pause Here: Let the Audience Refocus</vt:lpstr>
      <vt:lpstr>Handling Questions</vt:lpstr>
      <vt:lpstr>Using Transitions Effectively</vt:lpstr>
      <vt:lpstr>How to End Strong</vt:lpstr>
      <vt:lpstr>Good vs. Bad Graphs</vt:lpstr>
      <vt:lpstr>How to Keep Your Audience Engaged</vt:lpstr>
      <vt:lpstr>Bad Example: Too Many Effects</vt:lpstr>
      <vt:lpstr>Good Example: Clean &amp; Professional</vt:lpstr>
      <vt:lpstr>Overcoming Presentation Anxiety</vt:lpstr>
      <vt:lpstr>Common Questions You Might Be Asked</vt:lpstr>
      <vt:lpstr>Any Final Questions?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Nicolas Lynn</cp:lastModifiedBy>
  <cp:revision>4</cp:revision>
  <dcterms:created xsi:type="dcterms:W3CDTF">2013-01-27T09:14:16Z</dcterms:created>
  <dcterms:modified xsi:type="dcterms:W3CDTF">2025-03-17T10:10:43Z</dcterms:modified>
  <cp:category/>
</cp:coreProperties>
</file>